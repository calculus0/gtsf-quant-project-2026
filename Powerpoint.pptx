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A3A"/>
                </a:solidFill>
                <a:latin typeface="Cambria"/>
              </a:defRPr>
            </a:pPr>
            <a:r>
              <a:rPr sz="1200" b="0" i="0" u="none" strike="noStrike">
                <a:solidFill>
                  <a:srgbClr val="1A2A3A"/>
                </a:solidFill>
                <a:latin typeface="Cambria"/>
              </a:rPr>
              <a:t>F1-Score by Predicted Class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Flow (OF)</c:v>
                </c:pt>
              </c:strCache>
            </c:strRef>
          </c:tx>
          <c:spPr>
            <a:solidFill>
              <a:srgbClr val="2C5F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Down</c:v>
                  </c:pt>
                  <c:pt idx="1">
                    <c:v>Stationary</c:v>
                  </c:pt>
                  <c:pt idx="2">
                    <c:v>Up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0.83</c:v>
                </c:pt>
                <c:pt idx="2">
                  <c:v>0.51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 Flow Imbalance (OFI)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Down</c:v>
                  </c:pt>
                  <c:pt idx="1">
                    <c:v>Stationary</c:v>
                  </c:pt>
                  <c:pt idx="2">
                    <c:v>Up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0.18</c:v>
                </c:pt>
                <c:pt idx="1">
                  <c:v>0.83</c:v>
                </c:pt>
                <c:pt idx="2">
                  <c:v>0.5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555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Flow Outperforms Order Flow Imbalance in Mid-Price Prediction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CNN–LSTM model · Bitcoin/USD · Coinbase · Kabir Sahni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6459"/>
          </a:xfrm>
          <a:prstGeom prst="rect">
            <a:avLst/>
          </a:prstGeom>
          <a:solidFill>
            <a:srgbClr val="D0D5DB"/>
          </a:solidFill>
          <a:ln w="12700">
            <a:solidFill>
              <a:srgbClr val="D0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9844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3246120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27632"/>
            <a:ext cx="50292" cy="658368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66420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" y="192938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for both models, dominated by the stationary class (64% of data)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395728"/>
            <a:ext cx="3246120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395728"/>
            <a:ext cx="50292" cy="658368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43230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 vs 0.18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" y="269748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on downward moves — Order Flow captures far more true declines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3163824"/>
            <a:ext cx="3246120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163824"/>
            <a:ext cx="50292" cy="658368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20040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 recall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" y="3465576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 model's recall on downward moves, versus 25% for the OF model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3931920"/>
            <a:ext cx="3246120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931920"/>
            <a:ext cx="50292" cy="658368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96849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&gt; Softmax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" y="4233672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Uncertainty-weighted sizing produced steadier cumulative returns in both models</a:t>
            </a:r>
            <a:endParaRPr lang="en-US" sz="8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886200" y="1261872"/>
          <a:ext cx="48463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2026-04-23T00:30:16Z</dcterms:created>
  <dcterms:modified xsi:type="dcterms:W3CDTF">2026-04-23T00:30:16Z</dcterms:modified>
</cp:coreProperties>
</file>